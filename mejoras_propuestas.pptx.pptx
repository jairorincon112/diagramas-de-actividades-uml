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virtual.fesc.edu.co/moodle/course/view.php?id=632&amp;section=0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822" y="4229968"/>
            <a:ext cx="15190354" cy="4257434"/>
            <a:chOff x="0" y="0"/>
            <a:chExt cx="20253805" cy="56765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53806" cy="5676579"/>
            </a:xfrm>
            <a:custGeom>
              <a:avLst/>
              <a:gdLst/>
              <a:ahLst/>
              <a:cxnLst/>
              <a:rect r="r" b="b" t="t" l="l"/>
              <a:pathLst>
                <a:path h="5676579" w="20253806">
                  <a:moveTo>
                    <a:pt x="0" y="0"/>
                  </a:moveTo>
                  <a:lnTo>
                    <a:pt x="20253806" y="0"/>
                  </a:lnTo>
                  <a:lnTo>
                    <a:pt x="20253806" y="5676579"/>
                  </a:lnTo>
                  <a:lnTo>
                    <a:pt x="0" y="5676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0253805" cy="562895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9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DIAGRAMA</a:t>
              </a:r>
              <a:r>
                <a:rPr lang="en-US" sz="69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 DE ACTIVIDADES - MODELADO DE PROCESOS Y FLUJOS</a:t>
              </a:r>
            </a:p>
            <a:p>
              <a:pPr algn="ctr">
                <a:lnSpc>
                  <a:spcPts val="75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40262" y="7834063"/>
            <a:ext cx="15007474" cy="65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6320" indent="-518160" lvl="1">
              <a:lnSpc>
                <a:spcPts val="4665"/>
              </a:lnSpc>
              <a:buFont typeface="Arial"/>
              <a:buChar char="•"/>
            </a:pPr>
            <a:r>
              <a:rPr lang="en-US" b="true" sz="4800">
                <a:solidFill>
                  <a:srgbClr val="8989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Asignatura: </a:t>
            </a:r>
            <a:r>
              <a:rPr lang="en-US" b="true" sz="4800">
                <a:solidFill>
                  <a:srgbClr val="898989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3" tooltip="https://www.virtual.fesc.edu.co/moodle/course/view.php?id=632&amp;section=0"/>
              </a:rPr>
              <a:t>Modelos y Documentación del Software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5368" y="1556556"/>
            <a:ext cx="16197264" cy="1354216"/>
            <a:chOff x="0" y="0"/>
            <a:chExt cx="21596352" cy="180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96350" cy="1805559"/>
            </a:xfrm>
            <a:custGeom>
              <a:avLst/>
              <a:gdLst/>
              <a:ahLst/>
              <a:cxnLst/>
              <a:rect r="r" b="b" t="t" l="l"/>
              <a:pathLst>
                <a:path h="1805559" w="21596350">
                  <a:moveTo>
                    <a:pt x="0" y="0"/>
                  </a:moveTo>
                  <a:lnTo>
                    <a:pt x="21596350" y="0"/>
                  </a:lnTo>
                  <a:lnTo>
                    <a:pt x="21596350" y="1805559"/>
                  </a:lnTo>
                  <a:lnTo>
                    <a:pt x="0" y="18055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596352" cy="1834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DIAGRAMA</a:t>
              </a: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 DE ACTIVIDADES UML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2872" y="3467880"/>
            <a:ext cx="14862256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Estudiantes:</a:t>
            </a: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JAIRO ANDRES RINCON BLANCO</a:t>
            </a: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ANDRES CAMILO CUVIDES ORTEGA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Programa:</a:t>
            </a: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INGENIERÍA DE SOFTWARE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 José de Cúcuta, 11-noviembre, 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76325"/>
            <a:ext cx="16230600" cy="810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Diseño actual del diagrama inscripción: v1</a:t>
            </a:r>
          </a:p>
          <a:p>
            <a:pPr algn="just">
              <a:lnSpc>
                <a:spcPts val="5759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Validaciones de prerrequisitos y cupos son manuales.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Comunicación entre áreas (Coordinación, Tesorería, Docentes) es secuencial.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Pagos presenciales aún predominan.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Notificaciones a docentes son posteriores al cierre de inscripción.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Múltiples sistemas no integrados (académico, financiero, aula virtual).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2425"/>
            <a:ext cx="16230600" cy="955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Diseño del diagrama inscripción “Optimizado” v2</a:t>
            </a:r>
          </a:p>
          <a:p>
            <a:pPr algn="just">
              <a:lnSpc>
                <a:spcPts val="5759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Automatización de v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alidaciones de prerrequisitos y cupos en tiempo real.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ntegración entre Sistema Académico, Tesorería y Aula Virtual.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Notificación automática al docente tras inscripción confirmada.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lataforma única para pagos en línea con comprobante inmediato.</a:t>
            </a:r>
          </a:p>
          <a:p>
            <a:pPr algn="just">
              <a:lnSpc>
                <a:spcPts val="1680"/>
              </a:lnSpc>
            </a:pPr>
          </a:p>
          <a:p>
            <a:pPr algn="just" marL="1036320" indent="-518160" lvl="1">
              <a:lnSpc>
                <a:spcPts val="5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Activación instantánea del acceso al aula virtual.</a:t>
            </a:r>
          </a:p>
          <a:p>
            <a:pPr algn="just">
              <a:lnSpc>
                <a:spcPts val="5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5690" y="2915337"/>
            <a:ext cx="17736620" cy="4456326"/>
          </a:xfrm>
          <a:custGeom>
            <a:avLst/>
            <a:gdLst/>
            <a:ahLst/>
            <a:cxnLst/>
            <a:rect r="r" b="b" t="t" l="l"/>
            <a:pathLst>
              <a:path h="4456326" w="17736620">
                <a:moveTo>
                  <a:pt x="0" y="0"/>
                </a:moveTo>
                <a:lnTo>
                  <a:pt x="17736620" y="0"/>
                </a:lnTo>
                <a:lnTo>
                  <a:pt x="17736620" y="4456326"/>
                </a:lnTo>
                <a:lnTo>
                  <a:pt x="0" y="445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38914"/>
            <a:ext cx="162306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METRICAS DEL PROCESO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57375"/>
            <a:ext cx="16230600" cy="654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Resultados</a:t>
            </a:r>
          </a:p>
          <a:p>
            <a:pPr algn="just">
              <a:lnSpc>
                <a:spcPts val="5759"/>
              </a:lnSpc>
            </a:pP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Reducción de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tiempo de inscripción en un 60%.</a:t>
            </a: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Mejor exp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eriencia del estudiante (flujo más claro y rápido).</a:t>
            </a: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ransparencia en pagos y validaciones mas eficientes.</a:t>
            </a:r>
          </a:p>
          <a:p>
            <a:pPr algn="just" marL="1036320" indent="-518160" lvl="1">
              <a:lnSpc>
                <a:spcPts val="5759"/>
              </a:lnSpc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Comunicación automática entre áreas.</a:t>
            </a:r>
          </a:p>
          <a:p>
            <a:pPr algn="just" marL="1036320" indent="-518160" lvl="1">
              <a:lnSpc>
                <a:spcPts val="5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Proceso documentado y replicable para futuras mejoras.</a:t>
            </a:r>
          </a:p>
          <a:p>
            <a:pPr algn="just">
              <a:lnSpc>
                <a:spcPts val="5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DAG4ZEOhW4o</dc:identifier>
  <dcterms:modified xsi:type="dcterms:W3CDTF">2011-08-01T06:04:30Z</dcterms:modified>
  <cp:revision>1</cp:revision>
  <dc:title>mejoras_propuestas.pptx</dc:title>
</cp:coreProperties>
</file>